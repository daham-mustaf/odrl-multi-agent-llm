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 conflict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DeepSeek V3.2</c:v>
                  </c:pt>
                  <c:pt idx="1">
                    <c:v>GPT 4.1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0.9231</c:v>
                </c:pt>
                <c:pt idx="1">
                  <c:v>0.96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 conflict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DeepSeek V3.2</c:v>
                  </c:pt>
                  <c:pt idx="1">
                    <c:v>GPT 4.1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0.8</c:v>
                </c:pt>
                <c:pt idx="1">
                  <c:v>0.7865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7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Agreement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Policy type acc</c:v>
                  </c:pt>
                  <c:pt idx="1">
                    <c:v>Perm triplets F1</c:v>
                  </c:pt>
                  <c:pt idx="2">
                    <c:v>Prohib triplets F1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</c:v>
                </c:pt>
                <c:pt idx="1">
                  <c:v>0.145</c:v>
                </c:pt>
                <c:pt idx="2">
                  <c:v>0.75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Offer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Policy type acc</c:v>
                  </c:pt>
                  <c:pt idx="1">
                    <c:v>Perm triplets F1</c:v>
                  </c:pt>
                  <c:pt idx="2">
                    <c:v>Prohib triplets F1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0.8947</c:v>
                </c:pt>
                <c:pt idx="1">
                  <c:v>0.3807</c:v>
                </c:pt>
                <c:pt idx="2">
                  <c:v>0.8421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Set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Policy type acc</c:v>
                  </c:pt>
                  <c:pt idx="1">
                    <c:v>Perm triplets F1</c:v>
                  </c:pt>
                  <c:pt idx="2">
                    <c:v>Prohib triplets F1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</c:v>
                </c:pt>
                <c:pt idx="1">
                  <c:v>0.2727</c:v>
                </c:pt>
                <c:pt idx="2">
                  <c:v>0.6364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85800"/>
            <a:ext cx="8138160" cy="3794760"/>
          </a:xfrm>
          <a:prstGeom prst="rect">
            <a:avLst/>
          </a:prstGeom>
          <a:solidFill>
            <a:srgbClr val="243B7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123444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Overview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68680" y="21031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 for Semantic Conflict-Free ODRL Policy Creation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8680" y="265176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Benchmarks, metrics, and key findings for the evaluator pipeline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4023360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ODRL Multi-Agent LLM |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Setup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09360" y="2377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Validation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2984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Benchmarks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38328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Input-to-policy dataset: 50 samples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20 Agreement, 19 Offer, 11 Set/Rule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Reasoner benchmark: 139 policies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67 with conflicts, 72 without conflicts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2984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Evaluators and Scope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383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Generator Evaluator: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Input → Generator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Reasoner Evaluator: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Input → Parser → Reasoner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Workflow Evaluator: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Full pipeline (P-R-G-V)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Main reported model: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DeepSeek-chat V3.2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37760" y="3767328"/>
            <a:ext cx="3154680" cy="59436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02352" y="395020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</a:rPr>
              <a:t>Goal: stage-wise explainability and error localization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482803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evaluation/ + acl_latex.tex (System Validation section)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Example Records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09360" y="2377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samples used in evaluation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3977640" cy="36118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3444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Input-to-Policy benchmark example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536192"/>
            <a:ext cx="3611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"Input": "The museum offers digital images with a resolution rule: files above 300 dpi require a fee.",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"policy_type": "odrl:Offer",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"Permission.actions": ["odrl:use"],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"Permission.Constraints.Triplets": [["odrl:resolution", "odrl:gt", "\"300\"^^xsd:integer"]],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"Permission.duty.actions": ["odrl:compensate"],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"Permission.duty.Constraints.Triplets": [["odrl:payAmount", "odrl:gt", "\"0\"^^xsd:decimal"]],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"Prohibition.actions": [],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"Prohibition.Constraints.Triplets": []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3977640" cy="36118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3444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Reasoner benchmark example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536192"/>
            <a:ext cx="3611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"policy_id": 1,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"policy_text": "The Daten Raumkultur project offers access to the Medieval Manuscripts Collection (dataset ID: drk:dataset:medieval_mss_2024) for UC4 Partner. The partner may use the dataset ONLY for research purposes. The partner may also use the dataset ONLY for archival backup purposes.",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"conflict": "unmeasurable_terms",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"conflict_primary": "vagueness"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411480" y="482803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evaluation/ + acl_latex.tex (System Validation section)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Measure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09360" y="2377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Decision-critical fields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795528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984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Why these metrics?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880360" y="1307592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75569"/>
                </a:solidFill>
              </a:rPr>
              <a:t>We treat policy_type, action fields, and constraint triplets as core ODRL semantics. The evaluator is designed to answer three research questions: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2880360" y="16184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60" dirty="0">
                <a:solidFill>
                  <a:srgbClr val="334155"/>
                </a:solidFill>
              </a:rPr>
              <a:t>RQ1: How accurate is the multi-agent pipeline at the field level (actions/constraints)?</a:t>
            </a:r>
            <a:endParaRPr lang="en-US" sz="960" dirty="0"/>
          </a:p>
          <a:p>
            <a:pPr marL="342900" indent="-342900">
              <a:buSzPct val="100000"/>
              <a:buChar char="•"/>
            </a:pPr>
            <a:r>
              <a:rPr lang="en-US" sz="960" dirty="0">
                <a:solidFill>
                  <a:srgbClr val="334155"/>
                </a:solidFill>
              </a:rPr>
              <a:t>RQ2: Which fields are most error-prone (triplets vs actions vs policy type), and which policy type performs worst?</a:t>
            </a:r>
            <a:endParaRPr lang="en-US" sz="960" dirty="0"/>
          </a:p>
          <a:p>
            <a:pPr marL="342900" indent="-342900">
              <a:buSzPct val="100000"/>
              <a:buChar char="•"/>
            </a:pPr>
            <a:r>
              <a:rPr lang="en-US" sz="960" dirty="0">
                <a:solidFill>
                  <a:srgbClr val="334155"/>
                </a:solidFill>
              </a:rPr>
              <a:t>RQ3: How reliably does the Reasoner detect conflicts in the input policy text?</a:t>
            </a:r>
            <a:endParaRPr lang="en-US" sz="96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31720"/>
          <a:ext cx="7680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611880"/>
                <a:gridCol w="26974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outputs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policy_type, action fields, triplets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+ Precision/Recall/F1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 labels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Conflict-label 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parser-only vs generator-only vs full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Stage-wise deltas (W-P, W-G)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31520" y="2331720"/>
            <a:ext cx="76809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" y="24231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Evaluator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194560" y="24231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Primary outputs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806440" y="24231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Metrics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11480" y="482803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evaluation/ + acl_latex.tex (System Validation section)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Reasoner Evaluator: Key Results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09360" y="2377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Conflict-aware behavior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24688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325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Conflict Taxonomy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700784"/>
            <a:ext cx="20116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Temporal (21)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Vagueness (17)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Action hierarchy (13)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Role hierarchy (7)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Circular dependency (6)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Spatial (3)</a:t>
            </a:r>
            <a:endParaRPr lang="en-US" sz="12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46120" y="1325880"/>
          <a:ext cx="516636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3383280" y="4023360"/>
            <a:ext cx="4846320" cy="502920"/>
          </a:xfrm>
          <a:prstGeom prst="rect">
            <a:avLst/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66160" y="4187952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5E75"/>
                </a:solidFill>
              </a:rPr>
              <a:t>Interpretation: stronger on explicit contradiction detection than preserving true negatives.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11480" y="482803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evaluation/ + acl_latex.tex (System Validation section)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Evaluator by Policy Type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09360" y="2377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V3.2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4360" y="1188720"/>
          <a:ext cx="58978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629400" y="1188720"/>
            <a:ext cx="1920240" cy="33832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39712" y="13898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Highlights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12280" y="1719072"/>
            <a:ext cx="1600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</a:rPr>
              <a:t>Agreement: weak type accuracy (0.50)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</a:rPr>
              <a:t>Offer: most stable overall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</a:rPr>
              <a:t>Set: best type classification (1.00)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</a:rPr>
              <a:t>Permission triplets remain hardest across types</a:t>
            </a:r>
            <a:endParaRPr lang="en-US" sz="1120" dirty="0"/>
          </a:p>
        </p:txBody>
      </p:sp>
      <p:sp>
        <p:nvSpPr>
          <p:cNvPr id="9" name="Text 6"/>
          <p:cNvSpPr/>
          <p:nvPr/>
        </p:nvSpPr>
        <p:spPr>
          <a:xfrm>
            <a:off x="411480" y="482803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evaluation/ + acl_latex.tex (System Validation section)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 and Next Steps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09360" y="2377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demo presentation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2514600" cy="141732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173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Strengths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70992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Conflict screening is robust and auditable via Checkpoint I + reasoner labels.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10128" y="1234440"/>
            <a:ext cx="2514600" cy="1417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3008" y="14173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Limitations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93008" y="170992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Agreement policy-type identification and permission triplet modeling are weaker.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1234440"/>
            <a:ext cx="2514600" cy="14173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4173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Value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0" y="170992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Stage-wise evaluators make failures explainable and guide targeted fixes.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306324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Suggested speaking flow (60-90s):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3401568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334155"/>
                </a:solidFill>
              </a:rPr>
              <a:t>Dataset setup and evaluator roles</a:t>
            </a:r>
            <a:endParaRPr lang="en-US" sz="1220" dirty="0"/>
          </a:p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334155"/>
                </a:solidFill>
              </a:rPr>
              <a:t>Reasoner conflict/no-conflict behavior</a:t>
            </a:r>
            <a:endParaRPr lang="en-US" sz="1220" dirty="0"/>
          </a:p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334155"/>
                </a:solidFill>
              </a:rPr>
              <a:t>Policy-type differences in workflow</a:t>
            </a:r>
            <a:endParaRPr lang="en-US" sz="1220" dirty="0"/>
          </a:p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334155"/>
                </a:solidFill>
              </a:rPr>
              <a:t>Concrete roadmap: improve agreement typing + triplets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4983480" y="3063240"/>
            <a:ext cx="3566160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32918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B4FC"/>
                </a:solidFill>
              </a:rPr>
              <a:t>One-line conclusion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0" y="354787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The multi-agent workflow is feasible and transparent for human-guided ODRL policy engineering, with clear next targets for robustness.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11480" y="482803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evaluation/ + acl_latex.tex (System Validation section)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Fraunhofer FIT / RWTH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Evaluation Overview - ODRL Multi-Agent Copilot</dc:title>
  <dc:subject>Evaluation overview</dc:subject>
  <dc:creator>ODRL Multi-Agent Team</dc:creator>
  <cp:lastModifiedBy>ODRL Multi-Agent Team</cp:lastModifiedBy>
  <cp:revision>1</cp:revision>
  <dcterms:created xsi:type="dcterms:W3CDTF">2026-02-25T12:03:41Z</dcterms:created>
  <dcterms:modified xsi:type="dcterms:W3CDTF">2026-02-25T12:03:41Z</dcterms:modified>
</cp:coreProperties>
</file>